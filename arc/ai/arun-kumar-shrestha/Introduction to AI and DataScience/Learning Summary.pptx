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2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50758-BCD9-BD25-575B-02FA75202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95F6D-7A37-116F-E2A5-508BD78441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4F320-ABE6-B730-8075-413E9452C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9B11D-A6D1-591B-5856-130F3849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3BB6E-083D-A27F-E0CB-2A437EA2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07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53BDF-1138-61DE-E2FB-A232FC55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4FE23-4F3D-3321-0424-494B07761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A72E9-3199-FACD-E0DF-6E1D42B2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23185-7B85-E7AD-1184-99B34EF90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AC54C-4F14-7C92-9B74-021B48B6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32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AF01-8958-D71D-2882-25FBAB372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C3A74-22B5-97F6-62B6-7CC63305B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03DF0-2B98-453B-7432-C3BD1F81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5C91A-055F-A556-3D25-76DF65E4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BE768-445E-1E4F-EB86-828AA082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882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613E-023C-9429-FC32-129368D24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EA1B4-1DCF-CE82-5F3C-D8A9EFF30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648D18-E70C-AD98-A12F-D0BFDC086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9E0E5-B920-1C99-7F37-6ED41FCC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32F76-AC9B-C5BB-A142-EA1C1E1A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E213D5-89D0-FB77-EC6C-3C1B06036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00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7C70-9653-2120-1C56-8F45CB35A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E2D8F-A8E9-202C-79A3-6D6DD6AB6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E6AF24-694F-6DC3-A3D1-AEEF2138E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FF2E7-9BB2-AA3B-DCE2-9F1E08ECC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681EB-C26A-2411-DB36-DDADD24078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488DD2-E5E5-5965-01B0-BDCB5427E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61D384-8B32-76F2-2AC1-D3140E35B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8E81DD-549E-ED5B-EF15-34577395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7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851E-F30E-85EE-70ED-8AE6E912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A3FCE-7172-7ED5-F073-8B9ABFF28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CE577-0DD1-C7AF-9753-01A81E7B7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13E8F0-E06B-5212-D722-A3DCAB9B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22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BA1FFE-812C-954B-74ED-DDC4DD04D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6D43F-726B-1B45-2570-9BB25A9A1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E8C78-2FC5-DABE-44EC-8CFFC72F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35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8109-57CA-89DD-4971-72F1DCCB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AD335-285F-4B70-2CA3-004C3D4BB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2CA34-5DC9-456D-18F1-A48EC65CE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F7705-6ED4-2DB9-166C-5AF44218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5B440-BBE6-7BFF-E40C-C017AFF8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14390-2364-5C2F-C2E2-F2232871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06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F8F84-0F28-7A19-3548-41B4B77C0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52F814-1027-6575-7876-2184CDF22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48F59-3154-FE5F-3E69-46B4A4640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776BFC-1BC4-3723-CF33-6BFA3C00F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BF406-1F05-9642-4113-04E01D0C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F16CE-3653-1A54-54E1-8F959DDE4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56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C4F4E-0CA9-D1DD-0B3B-E673D523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A93F7-F927-3288-1D46-1C5DA738C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AA533-BED5-90E1-6928-D632D9F62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DEBC0-E0A0-247F-5C5B-64960D37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C18D-9272-C642-FAE2-907575AB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4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52BEC-B9FE-8F21-96F3-ED77FDBE1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8BCFF-9213-6438-03EC-70D7DF372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EB570-14FE-1820-2ED8-05E6C3CF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98589-1BB0-1CFC-B491-E524056B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C54DC-ECE0-708E-EE5B-58E5660A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FFE9B-ADCF-BE86-2492-8439FFCB2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1688A-C89B-853D-AF09-E3384BE15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72820-7E4C-3761-2D3C-10889CBD8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0B9FD7-BBD5-4DAD-ABDD-DA01E126C55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006B1-A834-1C7F-F5BC-389BA21C9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F11B0-C48F-7384-0DA9-C817F60A3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18602-0DB6-4B79-8219-E61C8C820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B30263-D3FB-9B41-E60C-CD07A6069974}"/>
              </a:ext>
            </a:extLst>
          </p:cNvPr>
          <p:cNvSpPr txBox="1"/>
          <p:nvPr/>
        </p:nvSpPr>
        <p:spPr>
          <a:xfrm>
            <a:off x="567193" y="355680"/>
            <a:ext cx="11513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Introduction to AI and DS: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D82B94-FF04-9244-CBAF-73599AAAD4E0}"/>
              </a:ext>
            </a:extLst>
          </p:cNvPr>
          <p:cNvSpPr txBox="1"/>
          <p:nvPr/>
        </p:nvSpPr>
        <p:spPr>
          <a:xfrm>
            <a:off x="567193" y="878900"/>
            <a:ext cx="11969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AI : Simulate Human Intelligence [(acting/thinking) humanly and rationally]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Science: Use Data to make strategic decisions.</a:t>
            </a:r>
          </a:p>
        </p:txBody>
      </p:sp>
    </p:spTree>
    <p:extLst>
      <p:ext uri="{BB962C8B-B14F-4D97-AF65-F5344CB8AC3E}">
        <p14:creationId xmlns:p14="http://schemas.microsoft.com/office/powerpoint/2010/main" val="4082711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ADC02-E678-6072-344E-37D9366AC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785387-8EF2-F010-92AE-BAF6089665CD}"/>
              </a:ext>
            </a:extLst>
          </p:cNvPr>
          <p:cNvSpPr txBox="1"/>
          <p:nvPr/>
        </p:nvSpPr>
        <p:spPr>
          <a:xfrm>
            <a:off x="550864" y="127080"/>
            <a:ext cx="11513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wrangling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0AD67F-7A36-A638-8C96-69E424F4956A}"/>
              </a:ext>
            </a:extLst>
          </p:cNvPr>
          <p:cNvSpPr txBox="1"/>
          <p:nvPr/>
        </p:nvSpPr>
        <p:spPr>
          <a:xfrm>
            <a:off x="550864" y="650300"/>
            <a:ext cx="1196936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Zist</a:t>
            </a:r>
            <a:r>
              <a:rPr lang="en-US" sz="2000" dirty="0"/>
              <a:t>: clean, transform data into format suitable for analysis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Involves: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Cleaning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Transformation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Preparing raw data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Steps: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Discovery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Structuring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Cleaning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Enriching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Validation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Publishing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types: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Numerical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Categorical: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Nominal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Ordinal</a:t>
            </a:r>
          </a:p>
        </p:txBody>
      </p:sp>
    </p:spTree>
    <p:extLst>
      <p:ext uri="{BB962C8B-B14F-4D97-AF65-F5344CB8AC3E}">
        <p14:creationId xmlns:p14="http://schemas.microsoft.com/office/powerpoint/2010/main" val="4049586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87618-C308-FEE4-8004-4A400BBC2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E6C553-3581-A4C6-B793-3E1C19D940B4}"/>
              </a:ext>
            </a:extLst>
          </p:cNvPr>
          <p:cNvSpPr txBox="1"/>
          <p:nvPr/>
        </p:nvSpPr>
        <p:spPr>
          <a:xfrm>
            <a:off x="567193" y="355680"/>
            <a:ext cx="11513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 wrangling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F1892-D329-45B2-3DE9-EF460331D3A0}"/>
              </a:ext>
            </a:extLst>
          </p:cNvPr>
          <p:cNvSpPr txBox="1"/>
          <p:nvPr/>
        </p:nvSpPr>
        <p:spPr>
          <a:xfrm>
            <a:off x="567193" y="878900"/>
            <a:ext cx="119693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Encoding Categorical data: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Label Encoding (Ordinal Data)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One Hot encoding (Nominal Data)</a:t>
            </a:r>
          </a:p>
        </p:txBody>
      </p:sp>
    </p:spTree>
    <p:extLst>
      <p:ext uri="{BB962C8B-B14F-4D97-AF65-F5344CB8AC3E}">
        <p14:creationId xmlns:p14="http://schemas.microsoft.com/office/powerpoint/2010/main" val="443616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825EB-EC10-92AC-9E92-D53240DC0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E16D6C-A020-CE3A-65AF-43610C3F59E6}"/>
              </a:ext>
            </a:extLst>
          </p:cNvPr>
          <p:cNvSpPr txBox="1"/>
          <p:nvPr/>
        </p:nvSpPr>
        <p:spPr>
          <a:xfrm>
            <a:off x="567193" y="355680"/>
            <a:ext cx="11513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Visualization Tool: Matplotlib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9245A-FCD7-75B2-3BF1-69267AAEC82C}"/>
              </a:ext>
            </a:extLst>
          </p:cNvPr>
          <p:cNvSpPr txBox="1"/>
          <p:nvPr/>
        </p:nvSpPr>
        <p:spPr>
          <a:xfrm>
            <a:off x="567193" y="878900"/>
            <a:ext cx="119693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Python lib used for data visualization (plotting)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Widely used in data science (pandas uses it behind the scene)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Provides various plots like (scatter plot, histogram, heatmap, bar chart)</a:t>
            </a:r>
          </a:p>
        </p:txBody>
      </p:sp>
    </p:spTree>
    <p:extLst>
      <p:ext uri="{BB962C8B-B14F-4D97-AF65-F5344CB8AC3E}">
        <p14:creationId xmlns:p14="http://schemas.microsoft.com/office/powerpoint/2010/main" val="3768058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DD2E3-178F-C739-0807-661E0DE63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F4112A-C82E-5EAC-FF14-BE279E24BF21}"/>
              </a:ext>
            </a:extLst>
          </p:cNvPr>
          <p:cNvSpPr txBox="1"/>
          <p:nvPr/>
        </p:nvSpPr>
        <p:spPr>
          <a:xfrm>
            <a:off x="387578" y="143408"/>
            <a:ext cx="11513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EDA (Exploratory Data Analysis)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258433-3F2E-D204-5B00-ADB5EA54A74F}"/>
              </a:ext>
            </a:extLst>
          </p:cNvPr>
          <p:cNvSpPr txBox="1"/>
          <p:nvPr/>
        </p:nvSpPr>
        <p:spPr>
          <a:xfrm>
            <a:off x="387578" y="666628"/>
            <a:ext cx="1196936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Explore the data via visual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to understand data distribution, identify outliers, explore underlying pattern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Analysis: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Univariate: analysis of single feature at once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Multivariate: analysis of relationship between multiple variables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Data Distribution: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Normal (symmetric): bell curve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Skewed: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Left (negatively): has long tail at left side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Right (Positively): has long tail at right side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Outlier treatment methods: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Just remove 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Put a cap at 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Transform it to another scale so that its no longer outlier in that scale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Imputation: replace it with more representative data (mean, mode, median)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Z-score method: If z score of point is &gt; limit, remove it</a:t>
            </a:r>
          </a:p>
        </p:txBody>
      </p:sp>
    </p:spTree>
    <p:extLst>
      <p:ext uri="{BB962C8B-B14F-4D97-AF65-F5344CB8AC3E}">
        <p14:creationId xmlns:p14="http://schemas.microsoft.com/office/powerpoint/2010/main" val="1057787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254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 KumarShrestha</dc:creator>
  <cp:lastModifiedBy>Arun KumarShrestha</cp:lastModifiedBy>
  <cp:revision>7</cp:revision>
  <dcterms:created xsi:type="dcterms:W3CDTF">2025-05-27T18:33:29Z</dcterms:created>
  <dcterms:modified xsi:type="dcterms:W3CDTF">2025-05-27T18:51:25Z</dcterms:modified>
</cp:coreProperties>
</file>