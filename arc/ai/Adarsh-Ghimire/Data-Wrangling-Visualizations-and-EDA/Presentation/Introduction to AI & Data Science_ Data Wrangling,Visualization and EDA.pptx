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73cdce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73cdce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d73cdcec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d73cdcec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d73cdce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d73cdce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d73cdcec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d73cdcec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d73cdcec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d73cdcec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d73cdcec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d73cdcec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d73cdcec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d73cdcec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d73cdcec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d73cdcec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d73cdcec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d73cdcec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d73cdcec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d73cdcec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d73cdcec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d73cdcec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d73cdcec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d73cdcec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d73cdcec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d73cdcec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d73cdcec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d73cdcec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d73cdcec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d73cdcec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vivek468/superstore-dataset-final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67550"/>
            <a:ext cx="8520600" cy="15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 to AI &amp; Data Science: Data Wrangling,Visualization and EDA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12400" y="3144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Adarsh Ghimire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9750" y="226875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06200"/>
            <a:ext cx="8520600" cy="3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Artificial Intelligence (AI)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Simulation of human intelligence by machines—includes learning, reasoning, and self-correction.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Machine Learning (ML)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A subset of AI where systems learn from data to improve performance without being explicitly programmed.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Deep Learning (DL)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A subset of ML using neural networks with many layers to model complex patterns in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 Science (DS)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An interdisciplinary field combining statistics, programming, and domain knowledge to extract insights from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Big Data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Extremely large datasets—high in volume, velocity, and variety—that traditional tools can't handle efficiently.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27225"/>
            <a:ext cx="8520600" cy="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300"/>
              <a:t>Applications of AI &amp; Data Science</a:t>
            </a:r>
            <a:endParaRPr b="1" sz="23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86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AI &amp; DS are transforming various industries with automation, predictions, and insights: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Healthcare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Predictive diagnostics, drug discovery, personalized treatment, medical imaging.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Finance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Fraud detection, risk assessment, algorithmic trading, credit scoring.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Marketing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Customer segmentation, recommendation systems, sentiment analysis.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Education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Personalized learning, automated grading, virtual tutors, student performance prediction.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78125" y="18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Wrangling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855850"/>
            <a:ext cx="8520600" cy="3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Data wrangling, also known as data munging or data remediation, involves cleaning, transforming, and preparing raw data into a format suitable for analysis.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It is done: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Ensure data quality and consistency.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Transform data into a usable format.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Handle missing values, outliers, and inconsistencies.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Integrate data from multiple sources.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There are normally six steps in wrangling process: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Discovery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Understand and explore the data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Structuring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Organize data into a usable shape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Cleaning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 Fix or remove incorrect, missing, or duplicate data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Enriching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Add or enhance data using external sources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Validation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 Check for accuracy and quality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</a:rPr>
              <a:t>Publishing</a:t>
            </a:r>
            <a:r>
              <a:rPr lang="en" sz="1250">
                <a:solidFill>
                  <a:schemeClr val="dk1"/>
                </a:solidFill>
                <a:highlight>
                  <a:srgbClr val="FFFFFF"/>
                </a:highlight>
              </a:rPr>
              <a:t> - Make final data available for use</a:t>
            </a: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69750" y="14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Data Wrangling on </a:t>
            </a:r>
            <a:r>
              <a:rPr lang="en" sz="1720"/>
              <a:t> </a:t>
            </a:r>
            <a:r>
              <a:rPr lang="en" sz="1720" u="sng">
                <a:solidFill>
                  <a:schemeClr val="hlink"/>
                </a:solidFill>
                <a:hlinkClick r:id="rId3"/>
              </a:rPr>
              <a:t>Superstore</a:t>
            </a:r>
            <a:r>
              <a:rPr lang="en" sz="1720"/>
              <a:t> Dataset</a:t>
            </a:r>
            <a:endParaRPr sz="17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805500"/>
            <a:ext cx="85206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50" y="1001425"/>
            <a:ext cx="8022825" cy="10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651" y="2258625"/>
            <a:ext cx="8022824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801" y="3557200"/>
            <a:ext cx="8022824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4175"/>
            <a:ext cx="8324850" cy="132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98194"/>
            <a:ext cx="8324850" cy="19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7475"/>
            <a:ext cx="8520600" cy="4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- Dropped high-cardinality columns  </a:t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- Dropped ‘Country’ (only USA)  </a:t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- Applied one-hot and label encoding</a:t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Applying one-hot encoding </a:t>
            </a: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and label encoding</a:t>
            </a:r>
            <a:r>
              <a:rPr lang="en" sz="1500">
                <a:solidFill>
                  <a:srgbClr val="000000"/>
                </a:solidFill>
                <a:highlight>
                  <a:schemeClr val="lt1"/>
                </a:highlight>
              </a:rPr>
              <a:t>:</a:t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5" y="1314725"/>
            <a:ext cx="8020050" cy="59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25" y="1913100"/>
            <a:ext cx="8020050" cy="6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00" y="2936325"/>
            <a:ext cx="4042500" cy="19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936325"/>
            <a:ext cx="4042500" cy="19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61375" y="21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Visualization with Matplotlib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782775"/>
            <a:ext cx="8520600" cy="3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Matplotlib</a:t>
            </a:r>
            <a:r>
              <a:rPr lang="en" sz="1450">
                <a:solidFill>
                  <a:schemeClr val="dk1"/>
                </a:solidFill>
              </a:rPr>
              <a:t> is a Python library for creating static, animated, and interactive plots.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Common type of plots: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Line plots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Bar charts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Scatter plots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Histograms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It is used to: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Understand</a:t>
            </a:r>
            <a:r>
              <a:rPr lang="en" sz="1450">
                <a:solidFill>
                  <a:schemeClr val="dk1"/>
                </a:solidFill>
              </a:rPr>
              <a:t> data patterns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Detect patterns and outliers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Communicate results clearly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09850"/>
            <a:ext cx="85206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Example: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00" y="913550"/>
            <a:ext cx="8199624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tri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00" y="2382950"/>
            <a:ext cx="8199625" cy="22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69725" y="18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Analysis: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757625"/>
            <a:ext cx="8520600" cy="42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EDA helps </a:t>
            </a:r>
            <a:r>
              <a:rPr b="1" lang="en" sz="1100">
                <a:solidFill>
                  <a:schemeClr val="dk1"/>
                </a:solidFill>
              </a:rPr>
              <a:t>understand data before modeling.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involves: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Summarizing features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Finding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Detecting anomalies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Visualizing distributions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Common Tools: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describe(), info()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various type of plots like univariate , bivariate ,etc.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00" y="1266975"/>
            <a:ext cx="3767325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525" y="1266975"/>
            <a:ext cx="4521150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4447075" y="681000"/>
            <a:ext cx="35997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Bivariate Plot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419613" y="681000"/>
            <a:ext cx="35997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Univariate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 Plot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4294967295" type="body"/>
          </p:nvPr>
        </p:nvSpPr>
        <p:spPr>
          <a:xfrm>
            <a:off x="378825" y="1829175"/>
            <a:ext cx="8520600" cy="22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1"/>
                </a:highlight>
              </a:rPr>
              <a:t>Skewness</a:t>
            </a:r>
            <a:r>
              <a:rPr lang="en" sz="1450">
                <a:solidFill>
                  <a:schemeClr val="dk1"/>
                </a:solidFill>
                <a:highlight>
                  <a:schemeClr val="lt1"/>
                </a:highlight>
              </a:rPr>
              <a:t> measures asymmetry of data distributions.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  <a:highlight>
                  <a:schemeClr val="lt1"/>
                </a:highlight>
              </a:rPr>
              <a:t>Left-Skewed: Long tail on left.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  <a:highlight>
                  <a:schemeClr val="lt1"/>
                </a:highlight>
              </a:rPr>
              <a:t>Right-Skewed: Long tail on right.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  <a:highlight>
                  <a:schemeClr val="lt1"/>
                </a:highlight>
              </a:rPr>
              <a:t>Transformations: Log,  Square root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93575" y="7860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Skewness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4294967295" type="body"/>
          </p:nvPr>
        </p:nvSpPr>
        <p:spPr>
          <a:xfrm>
            <a:off x="311700" y="973325"/>
            <a:ext cx="8520600" cy="4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</a:rPr>
              <a:t>Correlations</a:t>
            </a: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</a:rPr>
              <a:t> measures the strength and direction of a relationship between two variables.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</a:rPr>
              <a:t>Types of Correlation: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</a:rPr>
              <a:t>Positive: Both variables increases together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</a:rPr>
              <a:t>Negative: One increases, the other decreases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</a:rPr>
              <a:t>Zero: No relationship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90775"/>
            <a:ext cx="3645700" cy="1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4">
            <a:alphaModFix/>
          </a:blip>
          <a:srcRect b="0" l="0" r="832" t="1768"/>
          <a:stretch/>
        </p:blipFill>
        <p:spPr>
          <a:xfrm>
            <a:off x="4175475" y="1721975"/>
            <a:ext cx="4656826" cy="303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>
            <p:ph type="title"/>
          </p:nvPr>
        </p:nvSpPr>
        <p:spPr>
          <a:xfrm>
            <a:off x="0" y="209725"/>
            <a:ext cx="85206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278125" y="134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/>
              <a:t>Outliers Detection &amp; Treatment</a:t>
            </a:r>
            <a:endParaRPr b="1" sz="2020"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662875"/>
            <a:ext cx="8520600" cy="39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</a:rPr>
              <a:t>Outliers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 are 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unusual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 values that differ significantly from other data points.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</a:rPr>
              <a:t>Detection Methods:</a:t>
            </a:r>
            <a:endParaRPr b="1"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Box Plot - Visualize outliers beyond whiskers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Z-score - Values with |z| &gt; 3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IQR Method: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</a:rPr>
              <a:t>Treatment Options:</a:t>
            </a:r>
            <a:endParaRPr b="1"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Remove - If it’s an error or irrelevant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Cap/Floor - Replace with nearest valid value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Transform - Use log or square root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Impute - Replace with mean or median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tc.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525" y="864250"/>
            <a:ext cx="4034500" cy="409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914575"/>
            <a:ext cx="446950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/>
        </p:nvSpPr>
        <p:spPr>
          <a:xfrm>
            <a:off x="746775" y="402550"/>
            <a:ext cx="35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Before Transformation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5170050" y="402550"/>
            <a:ext cx="35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After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 Transformation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